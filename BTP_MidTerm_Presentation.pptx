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6" d="100"/>
          <a:sy n="66" d="100"/>
        </p:scale>
        <p:origin x="1280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BTP Mid-Term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Multi-Robot Task Orchestration for Construction Assembly</a:t>
            </a:r>
          </a:p>
          <a:p>
            <a:r>
              <a:t>Project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Progress Till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Simulation Environment: Fully functional PyBullet setup</a:t>
            </a:r>
          </a:p>
          <a:p>
            <a:r>
              <a:t>Robot Control &amp; Kinematics: 7-DOF Panda arm, grasp-error compensation</a:t>
            </a:r>
          </a:p>
          <a:p>
            <a:r>
              <a:t>Vision Integration: 3D CV pipeline for overhead camera detection</a:t>
            </a:r>
          </a:p>
          <a:p>
            <a:r>
              <a:t>Task Orchestration &amp; LLM Brain: Not started yet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Workspace Constraints</a:t>
            </a:r>
          </a:p>
          <a:p>
            <a:r>
              <a:t>Primary robotic arm operates in a fixed, static workspace</a:t>
            </a:r>
          </a:p>
          <a:p>
            <a:r>
              <a:t>Limits maximum size and height of the wall</a:t>
            </a:r>
          </a:p>
          <a:p>
            <a:r>
              <a:t>Transitioning to dynamic base placement or mobile base is complex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Goals (Next 2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Refine LLM Orchestration: Transition to prompt-engineered LLM brain</a:t>
            </a:r>
          </a:p>
          <a:p>
            <a:r>
              <a:t>Improve Physics Realism: Realistic kinematics and dynamic grasping</a:t>
            </a:r>
          </a:p>
          <a:p>
            <a:r>
              <a:t>Comprehensive Benchmarking: Automated evaluations and Gantt charts</a:t>
            </a:r>
          </a:p>
          <a:p>
            <a:r>
              <a:t>Final Project Deliverables: Documentation, defense, and code release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127</Words>
  <Application>Microsoft Office PowerPoint</Application>
  <PresentationFormat>On-screen Show (4:3)</PresentationFormat>
  <Paragraphs>18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BTP Mid-Term Report</vt:lpstr>
      <vt:lpstr>Progress Till Now</vt:lpstr>
      <vt:lpstr>Current Challenges</vt:lpstr>
      <vt:lpstr>Future Goals (Next 2 Months)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Nawang Tashi</cp:lastModifiedBy>
  <cp:revision>2</cp:revision>
  <dcterms:created xsi:type="dcterms:W3CDTF">2013-01-27T09:14:16Z</dcterms:created>
  <dcterms:modified xsi:type="dcterms:W3CDTF">2026-09-28T07:21:57Z</dcterms:modified>
  <cp:category/>
</cp:coreProperties>
</file>