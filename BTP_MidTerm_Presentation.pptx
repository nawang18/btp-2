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843EDDB-5D4C-4622-B4FB-218B7A2B173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A72276A-9064-47AD-A9F4-B565DBF6E4B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466AB01-BDE4-4FE2-9211-F1A3E9B75FE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E0F3EBC-E641-4443-8C81-CDDE4DEB6A0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2F1FA5A-1A4D-4A2D-A797-6BCA321E3E2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8F558AA-9004-46A3-8F99-1E1F7B9C815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407D15B-63EE-41AA-8994-2407465A471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8B1916F-1409-468E-9D89-6409BB96A61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8F6A8D0-5F77-4BC5-A8C2-9C24047C79E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DC50590-D55F-4BFF-ADB6-F24D7981044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ADA1532-A99F-47D6-83F3-EE31A8880A0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999CC07-60B7-4D48-8821-838923D61D0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49CFE1A-0946-4D11-BD59-865B5F820E8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16DB55F-B6BE-4A49-8061-33A2FBF053E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6771AE6-C001-4D6D-9E08-A6E6064A08B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E69E1CC-E6A9-466D-9BC4-1B593840629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4714218-7BC9-4019-95D6-0BC9C970CF9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8B34410-B470-4321-A9E8-86480B4FF1F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12BFBE4-79C3-4EF9-AC01-36ED1871AB2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F07A35D-76AF-4DF2-B945-23E6C8A5249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BBCF5A3-3A14-4C13-8833-E64AA5DCA0C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8C9B857-536F-4165-98C7-48371B09F1B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321095A-E080-417D-A1F2-8CA0D600B65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9DFFD22-219E-4734-BE03-FD0FBC92937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Click to edit Master title 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style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IN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7F39EE3-BA38-4899-86F1-59A4B1A18253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2" marL="1143000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3" marL="1600200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057400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IN" sz="12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6AAB9A3-305F-4061-97E0-9429842BF589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BTP Mid-Term Report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IN" sz="3200" spc="-1" strike="noStrike">
                <a:solidFill>
                  <a:srgbClr val="8b8b8b"/>
                </a:solidFill>
                <a:latin typeface="Calibri"/>
              </a:rPr>
              <a:t>Multi-Robot Task Orchestration for Construction Assembly</a:t>
            </a:r>
            <a:endParaRPr b="0" lang="en-IN" sz="32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IN" sz="3200" spc="-1" strike="noStrike">
                <a:solidFill>
                  <a:srgbClr val="8b8b8b"/>
                </a:solidFill>
                <a:latin typeface="Calibri"/>
              </a:rPr>
              <a:t>Project Overview</a:t>
            </a:r>
            <a:endParaRPr b="0" lang="en-IN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Progress Till Now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Simulation Environment: Fully functional PyBullet setup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Robot Control &amp; Kinematics: 7-DOF Panda arm, grasp-error compensation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Vision Integration: 3D CV pipeline for overhead camera detection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Task Orchestration &amp; LLM Brain: Not started yet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324000" y="291600"/>
            <a:ext cx="8229240" cy="6973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Quantified Current Progress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371520" y="92376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Calibri"/>
              </a:rPr>
              <a:t>Vision Perception Accuracy (Overhead Camera):</a:t>
            </a:r>
            <a:endParaRPr b="0" lang="en-US" sz="26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Mean 3D Pos Error: 3.96 mm  |  Mean Yaw Error: 0.18 degrees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Calibri"/>
              </a:rPr>
              <a:t>Kinematic Placement Precision:</a:t>
            </a:r>
            <a:endParaRPr b="0" lang="en-US" sz="26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Demonstrated robust grasp-error compensation during final placement.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Typical Mean Placement Deviation: ~4.0 mm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Calibri"/>
              </a:rPr>
              <a:t>System Reliability &amp; Fault Recovery:</a:t>
            </a:r>
            <a:endParaRPr b="0" lang="en-US" sz="26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First-try Pick Success Rate: 65%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Ultimate Success Rate: 100% (Arm safely detects slip and recovers)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Current Challenges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Workspace Constraints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Primary robotic arm operates in a fixed, static workspace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Limits maximum size and height of the wall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Transitioning to dynamic base placement or mobile base is complex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Future Goals (Next 2 Months)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Refine LLM Orchestration: Transition to prompt-engineered LLM brain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Improve Physics Realism: Realistic kinematics and dynamic grasping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Comprehensive Benchmarking: Automated evaluations and Gantt charts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Final Project Deliverables: Documentation, defense, and code release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en-IN</dc:language>
  <cp:lastModifiedBy/>
  <dcterms:modified xsi:type="dcterms:W3CDTF">2026-09-30T11:50:41Z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