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58825"/>
            <a:ext cx="7772400" cy="1470025"/>
          </a:xfrm>
        </p:spPr>
        <p:txBody>
          <a:bodyPr/>
          <a:lstStyle/>
          <a:p>
            <a:r>
              <a:rPr dirty="0"/>
              <a:t>BTP Mid-Term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76551"/>
            <a:ext cx="6400800" cy="1752600"/>
          </a:xfrm>
        </p:spPr>
        <p:txBody>
          <a:bodyPr/>
          <a:lstStyle/>
          <a:p>
            <a:r>
              <a:rPr dirty="0"/>
              <a:t>Multi-Robot Task Orchestration for Construction Assembly</a:t>
            </a:r>
          </a:p>
          <a:p>
            <a:r>
              <a:rPr dirty="0"/>
              <a:t>Project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Till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dirty="0"/>
              <a:t>Simulation Environment</a:t>
            </a:r>
            <a:r>
              <a:rPr dirty="0"/>
              <a:t>: Fully functional </a:t>
            </a:r>
            <a:r>
              <a:rPr dirty="0" err="1"/>
              <a:t>PyBullet</a:t>
            </a:r>
            <a:r>
              <a:rPr dirty="0"/>
              <a:t> setup</a:t>
            </a:r>
          </a:p>
          <a:p>
            <a:r>
              <a:rPr dirty="0"/>
              <a:t>Robot Control &amp; Kinematics: </a:t>
            </a:r>
            <a:r>
              <a:rPr b="1" dirty="0"/>
              <a:t>7-DOF Panda </a:t>
            </a:r>
            <a:r>
              <a:rPr dirty="0"/>
              <a:t>arm, </a:t>
            </a:r>
            <a:r>
              <a:rPr lang="en-US" dirty="0"/>
              <a:t>using inbuilt </a:t>
            </a:r>
            <a:r>
              <a:rPr lang="en-US" dirty="0" err="1"/>
              <a:t>PyBullet</a:t>
            </a:r>
            <a:r>
              <a:rPr lang="en-US" dirty="0"/>
              <a:t> IK solver</a:t>
            </a:r>
            <a:endParaRPr dirty="0"/>
          </a:p>
          <a:p>
            <a:r>
              <a:rPr dirty="0"/>
              <a:t>Vision Integration: </a:t>
            </a:r>
            <a:r>
              <a:rPr lang="en-US" dirty="0"/>
              <a:t>using overhead camera collecting RGB and D which is processed using OpenCV and fed to arm</a:t>
            </a:r>
            <a:endParaRPr dirty="0"/>
          </a:p>
          <a:p>
            <a:r>
              <a:rPr dirty="0"/>
              <a:t>Task Orchestration &amp; LLM Brain: Not started yet</a:t>
            </a:r>
            <a:r>
              <a:rPr lang="en-US" dirty="0"/>
              <a:t> but tools are ready such as planner.py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24000" y="291600"/>
            <a:ext cx="8229240" cy="697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Quantified Current Progress</a:t>
            </a: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371520" y="92376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Vision Perception Accuracy (Overhead Camera):</a:t>
            </a: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Mean 3D Pos Error: 3.96 mm  |  Mean Yaw Error: 0.18 degrees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Kinematic Placement Precision:</a:t>
            </a: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Demonstrated robust grasp-error compensation during final placement.</a:t>
            </a: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Typical Mean Placement Deviation: ~4.0 mm</a:t>
            </a: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600" b="0" strike="noStrike" spc="-1">
                <a:solidFill>
                  <a:srgbClr val="000000"/>
                </a:solidFill>
                <a:latin typeface="Calibri"/>
              </a:rPr>
              <a:t>System Reliability &amp; Fault Recovery:</a:t>
            </a: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First-try Pick Success Rate: 65%</a:t>
            </a: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Ultimate Success Rate: 100% (Arm safely detects slip and recovers)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Workspace Constraints</a:t>
            </a:r>
            <a:r>
              <a:rPr lang="en-US" dirty="0"/>
              <a:t>: Panda operates in a fixed, </a:t>
            </a:r>
            <a:r>
              <a:rPr lang="en-US" b="1" dirty="0"/>
              <a:t>static</a:t>
            </a:r>
            <a:r>
              <a:rPr lang="en-US" dirty="0"/>
              <a:t> workspace</a:t>
            </a:r>
          </a:p>
          <a:p>
            <a:r>
              <a:rPr lang="en-US" dirty="0"/>
              <a:t>Thus, limiting maximum size and height of the wall</a:t>
            </a:r>
          </a:p>
          <a:p>
            <a:r>
              <a:rPr lang="en-US" dirty="0"/>
              <a:t>Arm collision: very rarely but sometimes the arm path is colliding in itself which can be dangerous in real situation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Goals (Next 2 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Refine LLM Orchestration: Transition to prompt-engineered LLM brain</a:t>
            </a:r>
          </a:p>
          <a:p>
            <a:r>
              <a:rPr dirty="0"/>
              <a:t>Improve Physics Realism: Realistic kinematics and dynamic grasping</a:t>
            </a:r>
          </a:p>
          <a:p>
            <a:r>
              <a:rPr dirty="0"/>
              <a:t>Comprehensive Benchmarking: Automated evaluations and Gantt charts</a:t>
            </a:r>
          </a:p>
          <a:p>
            <a:r>
              <a:rPr dirty="0"/>
              <a:t>Final Project Deliverables: </a:t>
            </a:r>
            <a:r>
              <a:rPr lang="en-US" dirty="0"/>
              <a:t>An interface taking in natural language input for constructing a wall.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236</Words>
  <Application>Microsoft Office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BTP Mid-Term Report</vt:lpstr>
      <vt:lpstr>Progress Till Now</vt:lpstr>
      <vt:lpstr>Quantified Current Progress</vt:lpstr>
      <vt:lpstr>Current Challenges</vt:lpstr>
      <vt:lpstr>Future Goals (Next 2 Months)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Nawang Tashi</cp:lastModifiedBy>
  <cp:revision>5</cp:revision>
  <dcterms:created xsi:type="dcterms:W3CDTF">2013-01-27T09:14:16Z</dcterms:created>
  <dcterms:modified xsi:type="dcterms:W3CDTF">2026-09-30T06:22:30Z</dcterms:modified>
  <cp:category/>
</cp:coreProperties>
</file>